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9" r:id="rId3"/>
    <p:sldId id="290" r:id="rId4"/>
    <p:sldId id="291" r:id="rId5"/>
    <p:sldId id="288" r:id="rId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90BF8D-8585-4F2B-A5CB-D2E35DA39BA0}" v="3" dt="2026-02-09T16:36:28.8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38" autoAdjust="0"/>
    <p:restoredTop sz="95033" autoAdjust="0"/>
  </p:normalViewPr>
  <p:slideViewPr>
    <p:cSldViewPr>
      <p:cViewPr varScale="1">
        <p:scale>
          <a:sx n="74" d="100"/>
          <a:sy n="74" d="100"/>
        </p:scale>
        <p:origin x="72" y="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Garcia Santes" userId="135ceecb-b000-49fa-8308-b8645db89666" providerId="ADAL" clId="{0639B51C-9325-4622-8C1B-F9D29A778947}"/>
    <pc:docChg chg="custSel modSld">
      <pc:chgData name="David Garcia Santes" userId="135ceecb-b000-49fa-8308-b8645db89666" providerId="ADAL" clId="{0639B51C-9325-4622-8C1B-F9D29A778947}" dt="2026-02-09T16:37:15.461" v="428" actId="20577"/>
      <pc:docMkLst>
        <pc:docMk/>
      </pc:docMkLst>
      <pc:sldChg chg="modSp mod">
        <pc:chgData name="David Garcia Santes" userId="135ceecb-b000-49fa-8308-b8645db89666" providerId="ADAL" clId="{0639B51C-9325-4622-8C1B-F9D29A778947}" dt="2026-02-09T16:37:15.461" v="428" actId="20577"/>
        <pc:sldMkLst>
          <pc:docMk/>
          <pc:sldMk cId="3712356003" sldId="291"/>
        </pc:sldMkLst>
        <pc:spChg chg="mod">
          <ac:chgData name="David Garcia Santes" userId="135ceecb-b000-49fa-8308-b8645db89666" providerId="ADAL" clId="{0639B51C-9325-4622-8C1B-F9D29A778947}" dt="2026-02-09T16:37:15.461" v="428" actId="20577"/>
          <ac:spMkLst>
            <pc:docMk/>
            <pc:sldMk cId="3712356003" sldId="291"/>
            <ac:spMk id="2" creationId="{CA5F0FDF-2A95-453B-4ECA-AEB637FF269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14451" y="455480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592508" y="4771645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Izquierda: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aproximadamente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constante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n(SiO2)=1.45775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cuatro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valor,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través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shallow.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creciente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TE (Mode 0), TM (Mode 1),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híbrido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(Mode 2), TE (Mode 3). Para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tendría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sentido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un mayor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número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todavía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margen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hasta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línea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discontinua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negra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Derecha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caso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primeros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calculados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mantienen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n_eff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encima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refracción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cladding,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solo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través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deep.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son: TE (Mode 0) y TM (Mode 1).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26657" y="2671278"/>
            <a:ext cx="20981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Plot </a:t>
            </a:r>
            <a:r>
              <a:rPr lang="en-US" dirty="0" err="1"/>
              <a:t>n_eff</a:t>
            </a:r>
            <a:r>
              <a:rPr lang="en-US" dirty="0"/>
              <a:t> vs lambda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094057" y="2671278"/>
            <a:ext cx="20981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Plot </a:t>
            </a:r>
            <a:r>
              <a:rPr lang="en-US" dirty="0" err="1"/>
              <a:t>n_eff</a:t>
            </a:r>
            <a:r>
              <a:rPr lang="en-US" dirty="0"/>
              <a:t> vs lambda</a:t>
            </a:r>
          </a:p>
          <a:p>
            <a:pPr algn="ctr"/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  <p:pic>
        <p:nvPicPr>
          <p:cNvPr id="10" name="Picture 9" descr="A graph of a number of waves&#10;&#10;AI-generated content may be incorrect.">
            <a:extLst>
              <a:ext uri="{FF2B5EF4-FFF2-40B4-BE49-F238E27FC236}">
                <a16:creationId xmlns:a16="http://schemas.microsoft.com/office/drawing/2014/main" id="{17611C77-D6E2-676B-E5C3-37303FC860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163" y="1443179"/>
            <a:ext cx="5255316" cy="3065601"/>
          </a:xfrm>
          <a:prstGeom prst="rect">
            <a:avLst/>
          </a:prstGeom>
        </p:spPr>
      </p:pic>
      <p:pic>
        <p:nvPicPr>
          <p:cNvPr id="11" name="Picture 10" descr="A graph of a wave guide&#10;&#10;AI-generated content may be incorrect.">
            <a:extLst>
              <a:ext uri="{FF2B5EF4-FFF2-40B4-BE49-F238E27FC236}">
                <a16:creationId xmlns:a16="http://schemas.microsoft.com/office/drawing/2014/main" id="{3B9E150E-21CC-61CE-6322-CB9F9C656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503068"/>
            <a:ext cx="5105400" cy="29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466</Words>
  <Application>Microsoft Office PowerPoint</Application>
  <PresentationFormat>Widescreen</PresentationFormat>
  <Paragraphs>69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PowerPoint Presentation</vt:lpstr>
      <vt:lpstr>Instructions General</vt:lpstr>
      <vt:lpstr>Learning outcome #1 – Effective index of a waveguide 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David Garcia Santes</cp:lastModifiedBy>
  <cp:revision>13</cp:revision>
  <dcterms:created xsi:type="dcterms:W3CDTF">2025-01-27T02:46:57Z</dcterms:created>
  <dcterms:modified xsi:type="dcterms:W3CDTF">2026-03-02T16:57:23Z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